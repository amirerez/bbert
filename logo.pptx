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9"/>
    <p:restoredTop sz="94589"/>
  </p:normalViewPr>
  <p:slideViewPr>
    <p:cSldViewPr snapToGrid="0">
      <p:cViewPr>
        <p:scale>
          <a:sx n="85" d="100"/>
          <a:sy n="85" d="100"/>
        </p:scale>
        <p:origin x="1592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C4E2-4D3F-35E4-F3C0-125536065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1EE-E360-DA71-DC50-294897F3D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CC472-853D-7ADC-74F1-1D1322D70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2C55-0C78-1C74-4D96-381EBD17F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C9277-A65F-4246-C495-FB600E9A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1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98C3A-FF22-BC4E-FC49-696E93C2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EAA33-E1FD-0C69-C231-76D61DC91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BBE7E-6178-9FE0-478F-1A011EAFB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76A29-D950-DEED-7542-26DF2974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9A6B6-2477-25CC-52EF-5A337A12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71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276D-3EF0-3DB4-A3E2-F93756FA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9F59E-B086-12D5-61D6-F6CDBBC37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BF9DD-B628-D3BB-6634-44862F7D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CC895-8B64-B174-3E01-3CACBBAA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F323-E1F9-B895-709B-9B978FE4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4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EDB9-E346-872B-007E-7EEAE9D5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5D2BA-314B-39F4-FA75-D5A412D7D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C67B-3D28-4B00-9D5D-95A973C88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1FA96-38AF-1DC1-8F4F-D98E6FC2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38E6A-4C1D-3145-4F5E-1447419B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43418-2B39-A646-5B48-D974FF94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2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6207-7991-2C8E-7E98-518E44E3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6D76E-290D-7385-7A7D-B0BFB0068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42216-ABDD-402C-940F-F8889654C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11EE5-22C3-7F22-15A3-93A7CA3C1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087B16-A802-C0C0-81D5-144B4D3D4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AB1D42-C1FB-4624-5D25-6F33B97A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546A62-692A-E06E-0F3E-65A94DB2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86E37E-01C4-66C0-10E6-01B323769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4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52750-49BC-7323-2BF6-552165D6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415AF-6F56-15F9-786E-6A7C585D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CA224-A76F-A570-C6EC-AA031D92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4D226-1C08-0BA8-F822-15BC1172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5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0E885-002A-96A1-44A7-49EC984C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C0BBC8-61CE-FED6-CD1B-510800D9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21873-F4FE-7040-D73A-20848DA4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9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E362-7786-13B2-742F-ECF088A4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CF8F0-7272-1972-F119-514A80E06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0F068-62BC-3B4A-9ED5-BD39E0AFC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9FC25-88AD-7E10-9CC2-04133D2E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62950-077B-7D97-A893-8A987801D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E364A-9F96-7C78-0A55-3A5C93A9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4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146A7-07BB-12A9-8B4E-B8D90F5A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59C03-A873-AF24-30CF-D10B89FAE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7EBA6-45E0-A454-9373-39BF89CD2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36400-F842-A749-1B13-AA025A83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18535-A786-7C07-03F4-88125ADAA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10264-35D3-2F36-64FC-7BD435E9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5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5A34-6D90-0C12-A21A-166EEA37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4C5B0-C09E-3CD1-08AC-ADD68490A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C3A7B-72BF-42FC-A58A-916A0E395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F8D4F-B758-AD4E-69DB-3F46A8DAF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6F5C5-F4BD-43E9-4884-46952E02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0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5939B7-8812-6720-1613-67AC37B52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88415-9B95-19F1-AC49-4633799CA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44551-ADEE-1967-E238-BD2593F6F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BDA0C-72CF-140C-96F2-6200ACD69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09AC2-E92F-199B-583A-EBFA9DBA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74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96A6AF-53D2-1C3E-277F-1003207C0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F4418-7D5A-54FA-5E6E-0CEE0B16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3DAAC-8697-8F91-89AE-8347BA128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FCB79-0103-714E-A028-6AA28A7D2E67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3C201-B4F2-6BBD-F57B-C213356D3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B6D09-9819-1016-C612-56B847BDA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11321-0BCC-514D-9916-80EE54DB4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8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911448-31CA-645C-9E6D-0A25340FF230}"/>
              </a:ext>
            </a:extLst>
          </p:cNvPr>
          <p:cNvSpPr txBox="1"/>
          <p:nvPr/>
        </p:nvSpPr>
        <p:spPr>
          <a:xfrm>
            <a:off x="3021261" y="3288903"/>
            <a:ext cx="6722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Wide Latin" panose="020A0A07050505020404" pitchFamily="18" charset="77"/>
                <a:cs typeface="Arial" panose="020B0604020202020204" pitchFamily="34" charset="0"/>
              </a:rPr>
              <a:t>BBERT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5DB09A-5A06-9028-9DDD-E9A964690923}"/>
              </a:ext>
            </a:extLst>
          </p:cNvPr>
          <p:cNvSpPr txBox="1"/>
          <p:nvPr/>
        </p:nvSpPr>
        <p:spPr>
          <a:xfrm>
            <a:off x="3317359" y="1483426"/>
            <a:ext cx="572031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914400" rtl="1" eaLnBrk="1" latinLnBrk="0" hangingPunct="1"/>
            <a:r>
              <a:rPr lang="he-IL" sz="13800" dirty="0">
                <a:latin typeface="Stam Ashkenaz CLM Medium" panose="02000603000000000000" pitchFamily="2" charset="-79"/>
                <a:cs typeface="Stam Ashkenaz CLM Medium" panose="02000603000000000000" pitchFamily="2" charset="-79"/>
              </a:rPr>
              <a:t>בבערת</a:t>
            </a:r>
            <a:endParaRPr lang="en-US" dirty="0">
              <a:latin typeface="Stam Ashkenaz CLM Medium" panose="02000603000000000000" pitchFamily="2" charset="-79"/>
              <a:cs typeface="Stam Ashkenaz CLM Medium" panose="020006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72644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FE053-F5C6-FAFD-FE08-789490306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8B2FF6-E9D4-3671-3054-9D4EF5FDE1BE}"/>
              </a:ext>
            </a:extLst>
          </p:cNvPr>
          <p:cNvSpPr txBox="1"/>
          <p:nvPr/>
        </p:nvSpPr>
        <p:spPr>
          <a:xfrm>
            <a:off x="-647655" y="3672193"/>
            <a:ext cx="139467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0" b="1" dirty="0">
                <a:latin typeface="BIG CASLON MEDIUM" panose="02000603090000020003" pitchFamily="2" charset="-79"/>
                <a:cs typeface="BIG CASLON MEDIUM" panose="02000603090000020003" pitchFamily="2" charset="-79"/>
              </a:rPr>
              <a:t>BBERT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F879BC-9467-886A-756C-0A984BC5199A}"/>
              </a:ext>
            </a:extLst>
          </p:cNvPr>
          <p:cNvGrpSpPr/>
          <p:nvPr/>
        </p:nvGrpSpPr>
        <p:grpSpPr>
          <a:xfrm>
            <a:off x="-1346200" y="458851"/>
            <a:ext cx="12192000" cy="3816429"/>
            <a:chOff x="-889000" y="458851"/>
            <a:chExt cx="12192000" cy="381642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83280F7-3D78-4AAA-A47B-0A71A752B5A6}"/>
                </a:ext>
              </a:extLst>
            </p:cNvPr>
            <p:cNvSpPr txBox="1"/>
            <p:nvPr/>
          </p:nvSpPr>
          <p:spPr>
            <a:xfrm>
              <a:off x="-889000" y="458851"/>
              <a:ext cx="12192000" cy="381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en-US" sz="24200" dirty="0">
                  <a:latin typeface="X-ASIRIT-TNOIM" pitchFamily="2" charset="0"/>
                </a:rPr>
                <a:t></a:t>
              </a:r>
              <a:r>
                <a:rPr lang="he-IL" sz="24200" dirty="0">
                  <a:latin typeface="X-ASIRIT-TNOIM" pitchFamily="2" charset="0"/>
                  <a:cs typeface="Stam Ashkenaz CLM Medium" panose="02000603000000000000" pitchFamily="2" charset="-79"/>
                </a:rPr>
                <a:t>ר</a:t>
              </a:r>
              <a:endParaRPr lang="en-US" sz="24200" dirty="0">
                <a:latin typeface="X-ASIRIT-TNOIM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2864D0-A805-AD84-8732-24B79D61AF2C}"/>
                </a:ext>
              </a:extLst>
            </p:cNvPr>
            <p:cNvSpPr/>
            <p:nvPr/>
          </p:nvSpPr>
          <p:spPr>
            <a:xfrm>
              <a:off x="10179784" y="3448860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52F5EC4-F50C-145C-902F-035B35316221}"/>
                </a:ext>
              </a:extLst>
            </p:cNvPr>
            <p:cNvSpPr/>
            <p:nvPr/>
          </p:nvSpPr>
          <p:spPr>
            <a:xfrm>
              <a:off x="8324990" y="3444423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E90EEC7-3BFA-26DE-E930-C53FEDF7A2AC}"/>
                </a:ext>
              </a:extLst>
            </p:cNvPr>
            <p:cNvSpPr/>
            <p:nvPr/>
          </p:nvSpPr>
          <p:spPr>
            <a:xfrm>
              <a:off x="8591690" y="3443593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3B1D361-DD1B-CD55-4BD1-D4277FEE8973}"/>
                </a:ext>
              </a:extLst>
            </p:cNvPr>
            <p:cNvSpPr/>
            <p:nvPr/>
          </p:nvSpPr>
          <p:spPr>
            <a:xfrm>
              <a:off x="5818019" y="3444423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9E4BF2C-D53C-0198-B4A9-660BE27ED906}"/>
                </a:ext>
              </a:extLst>
            </p:cNvPr>
            <p:cNvSpPr/>
            <p:nvPr/>
          </p:nvSpPr>
          <p:spPr>
            <a:xfrm>
              <a:off x="5818019" y="3684893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C50366-8238-E0EC-2B03-518EC3370FB7}"/>
                </a:ext>
              </a:extLst>
            </p:cNvPr>
            <p:cNvSpPr/>
            <p:nvPr/>
          </p:nvSpPr>
          <p:spPr>
            <a:xfrm>
              <a:off x="8451990" y="3647623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3942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B661-4AFB-788D-2B6B-7DEF421F5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380E89-3C96-A64B-70CD-B3E0600196EE}"/>
              </a:ext>
            </a:extLst>
          </p:cNvPr>
          <p:cNvSpPr txBox="1"/>
          <p:nvPr/>
        </p:nvSpPr>
        <p:spPr>
          <a:xfrm>
            <a:off x="-647655" y="3672193"/>
            <a:ext cx="139467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0" b="1" dirty="0">
                <a:latin typeface="BIG CASLON MEDIUM" panose="02000603090000020003" pitchFamily="2" charset="-79"/>
                <a:cs typeface="BIG CASLON MEDIUM" panose="02000603090000020003" pitchFamily="2" charset="-79"/>
              </a:rPr>
              <a:t>BBERT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6FD3EEF-D099-8288-2995-9C40ACE7E016}"/>
              </a:ext>
            </a:extLst>
          </p:cNvPr>
          <p:cNvGrpSpPr/>
          <p:nvPr/>
        </p:nvGrpSpPr>
        <p:grpSpPr>
          <a:xfrm>
            <a:off x="-1346200" y="458851"/>
            <a:ext cx="12192000" cy="3816429"/>
            <a:chOff x="-889000" y="458851"/>
            <a:chExt cx="12192000" cy="381642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62161D7-9600-A993-2251-C7D26455FCE6}"/>
                </a:ext>
              </a:extLst>
            </p:cNvPr>
            <p:cNvSpPr txBox="1"/>
            <p:nvPr/>
          </p:nvSpPr>
          <p:spPr>
            <a:xfrm>
              <a:off x="-889000" y="458851"/>
              <a:ext cx="12192000" cy="3816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en-US" sz="24200" dirty="0">
                  <a:latin typeface="X-ASIRIT-TNOIM" pitchFamily="2" charset="0"/>
                </a:rPr>
                <a:t></a:t>
              </a:r>
              <a:r>
                <a:rPr lang="he-IL" sz="24200" dirty="0">
                  <a:latin typeface="X-ASIRIT-TNOIM" pitchFamily="2" charset="0"/>
                  <a:cs typeface="Stam Ashkenaz CLM Medium" panose="02000603000000000000" pitchFamily="2" charset="-79"/>
                </a:rPr>
                <a:t>ר</a:t>
              </a:r>
              <a:endParaRPr lang="en-US" sz="24200" dirty="0">
                <a:latin typeface="X-ASIRIT-TNOIM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4956415-C8B1-7EFE-CFDB-FC70D7FB8C09}"/>
                </a:ext>
              </a:extLst>
            </p:cNvPr>
            <p:cNvSpPr/>
            <p:nvPr/>
          </p:nvSpPr>
          <p:spPr>
            <a:xfrm>
              <a:off x="10179784" y="3448860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7C93F2-6248-D7F4-2ABE-7033F9B4968B}"/>
                </a:ext>
              </a:extLst>
            </p:cNvPr>
            <p:cNvSpPr/>
            <p:nvPr/>
          </p:nvSpPr>
          <p:spPr>
            <a:xfrm>
              <a:off x="8324990" y="3444423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C1881F-D0C6-A0B0-C2FC-3A743B48247A}"/>
                </a:ext>
              </a:extLst>
            </p:cNvPr>
            <p:cNvSpPr/>
            <p:nvPr/>
          </p:nvSpPr>
          <p:spPr>
            <a:xfrm>
              <a:off x="8591690" y="3443593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2DD2912-E0F1-2705-31CD-A59D3831146D}"/>
                </a:ext>
              </a:extLst>
            </p:cNvPr>
            <p:cNvSpPr/>
            <p:nvPr/>
          </p:nvSpPr>
          <p:spPr>
            <a:xfrm>
              <a:off x="5818019" y="3444423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B318F53-9AAA-36B8-98C4-47302F4FD261}"/>
                </a:ext>
              </a:extLst>
            </p:cNvPr>
            <p:cNvSpPr/>
            <p:nvPr/>
          </p:nvSpPr>
          <p:spPr>
            <a:xfrm>
              <a:off x="5818019" y="3684893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F2737A9-DBE6-07DB-F04D-28DA3ED1D439}"/>
                </a:ext>
              </a:extLst>
            </p:cNvPr>
            <p:cNvSpPr/>
            <p:nvPr/>
          </p:nvSpPr>
          <p:spPr>
            <a:xfrm>
              <a:off x="8451990" y="3647623"/>
              <a:ext cx="169119" cy="17783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6035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2805</TotalTime>
  <Words>10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BIG CASLON MEDIUM</vt:lpstr>
      <vt:lpstr>Stam Ashkenaz CLM Medium</vt:lpstr>
      <vt:lpstr>Wide Latin</vt:lpstr>
      <vt:lpstr>X-ASIRIT-TNOIM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 Erez</dc:creator>
  <cp:lastModifiedBy>Amir Erez</cp:lastModifiedBy>
  <cp:revision>13</cp:revision>
  <dcterms:created xsi:type="dcterms:W3CDTF">2025-09-09T12:06:00Z</dcterms:created>
  <dcterms:modified xsi:type="dcterms:W3CDTF">2025-09-11T10:56:20Z</dcterms:modified>
</cp:coreProperties>
</file>